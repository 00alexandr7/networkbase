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663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663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06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993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57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44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26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618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816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4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1424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047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5117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214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565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78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CB47B-C1AF-44E0-861D-BC24DCD30662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373255B-BC57-4C88-A2C0-1AFB36EF4E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57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7B46C0-0425-4BDE-BFCA-0A676DEDF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4496" y="2216466"/>
            <a:ext cx="7766936" cy="1646302"/>
          </a:xfrm>
        </p:spPr>
        <p:txBody>
          <a:bodyPr>
            <a:normAutofit/>
          </a:bodyPr>
          <a:lstStyle/>
          <a:p>
            <a:r>
              <a:rPr lang="ru-RU" b="1" dirty="0" err="1"/>
              <a:t>Network</a:t>
            </a:r>
            <a:r>
              <a:rPr lang="ru-RU" b="1" dirty="0"/>
              <a:t> </a:t>
            </a:r>
            <a:r>
              <a:rPr lang="ru-RU" b="1" dirty="0" err="1"/>
              <a:t>Bas</a:t>
            </a:r>
            <a:r>
              <a:rPr lang="en-US" b="1"/>
              <a:t>e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A0ECD4-FE30-4652-8AE6-B239629D8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2857" y="5202238"/>
            <a:ext cx="9144000" cy="1655762"/>
          </a:xfrm>
        </p:spPr>
        <p:txBody>
          <a:bodyPr/>
          <a:lstStyle/>
          <a:p>
            <a:r>
              <a:rPr lang="ru-RU" dirty="0"/>
              <a:t>Кулаков Александр</a:t>
            </a:r>
          </a:p>
          <a:p>
            <a:r>
              <a:rPr lang="ru-RU" dirty="0"/>
              <a:t>409ИС-22</a:t>
            </a:r>
          </a:p>
        </p:txBody>
      </p:sp>
    </p:spTree>
    <p:extLst>
      <p:ext uri="{BB962C8B-B14F-4D97-AF65-F5344CB8AC3E}">
        <p14:creationId xmlns:p14="http://schemas.microsoft.com/office/powerpoint/2010/main" val="234730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C790A-965A-40A2-BC69-0264BCA44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247BB2-F9AB-4391-B4F9-F0FAABE1F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Сложность восприятия:</a:t>
            </a:r>
            <a:r>
              <a:rPr lang="ru-RU" dirty="0"/>
              <a:t> Традиционные курсы по сетям перегружены теорией и сложны для начинающих</a:t>
            </a:r>
          </a:p>
          <a:p>
            <a:r>
              <a:rPr lang="ru-RU" b="1" dirty="0"/>
              <a:t>Нет практики:</a:t>
            </a:r>
            <a:r>
              <a:rPr lang="ru-RU" dirty="0"/>
              <a:t> Студенты изучают концепции, но не понимают, как это работает в реальности</a:t>
            </a:r>
          </a:p>
          <a:p>
            <a:r>
              <a:rPr lang="ru-RU" b="1" dirty="0"/>
              <a:t>Высокий порог входа:</a:t>
            </a:r>
            <a:r>
              <a:rPr lang="ru-RU" dirty="0"/>
              <a:t> Профессиональные симуляторы (</a:t>
            </a:r>
            <a:r>
              <a:rPr lang="ru-RU" dirty="0" err="1"/>
              <a:t>Cisco</a:t>
            </a:r>
            <a:r>
              <a:rPr lang="ru-RU" dirty="0"/>
              <a:t>) слишком сложны для старта, а так же запрещены в РФ</a:t>
            </a:r>
          </a:p>
          <a:p>
            <a:r>
              <a:rPr lang="ru-RU" b="1" dirty="0"/>
              <a:t>Недостаток мотивации:</a:t>
            </a:r>
            <a:r>
              <a:rPr lang="ru-RU" dirty="0"/>
              <a:t> Без мгновенной обратной связи и видимого прогресса обучение становится скучным</a:t>
            </a:r>
          </a:p>
        </p:txBody>
      </p:sp>
    </p:spTree>
    <p:extLst>
      <p:ext uri="{BB962C8B-B14F-4D97-AF65-F5344CB8AC3E}">
        <p14:creationId xmlns:p14="http://schemas.microsoft.com/office/powerpoint/2010/main" val="3080893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C3302-7519-4FE7-A1C7-1804AB7FC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AB31B1-AE76-4645-9BA8-EB8151836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Создать интерактивное мобильное приложение, которое через визуальную симуляцию превращает изучение основ компьютерных сетей в увлекательный практический опыт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28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6D848-2D3A-4B39-9038-35DAEE51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E8C7F3-7645-449F-BE96-A1EF9E1F4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Разработать пошаговый курс с модулями "от простого к сложному"</a:t>
            </a:r>
          </a:p>
          <a:p>
            <a:r>
              <a:rPr lang="ru-RU" dirty="0"/>
              <a:t>Реализовать визуальный конструктор сетей с интерфейсом</a:t>
            </a:r>
          </a:p>
          <a:p>
            <a:r>
              <a:rPr lang="ru-RU" dirty="0"/>
              <a:t>Создать симулятор передачи данных </a:t>
            </a:r>
          </a:p>
          <a:p>
            <a:r>
              <a:rPr lang="ru-RU" dirty="0"/>
              <a:t>Внедрить систем проверки и интерактивных подсказок</a:t>
            </a:r>
          </a:p>
          <a:p>
            <a:r>
              <a:rPr lang="ru-RU" dirty="0"/>
              <a:t>Добавить игровые элементы: достижения, прогресс-бар, уровни сложности</a:t>
            </a:r>
          </a:p>
        </p:txBody>
      </p:sp>
    </p:spTree>
    <p:extLst>
      <p:ext uri="{BB962C8B-B14F-4D97-AF65-F5344CB8AC3E}">
        <p14:creationId xmlns:p14="http://schemas.microsoft.com/office/powerpoint/2010/main" val="53923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06CF1-983B-4C52-BD32-42228B74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Как работает обучение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9689FF-C92C-4E86-A525-70CF5301E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Теория в картинках:</a:t>
            </a:r>
            <a:r>
              <a:rPr lang="ru-RU" dirty="0"/>
              <a:t> Краткие объяснения с схемами</a:t>
            </a:r>
          </a:p>
          <a:p>
            <a:r>
              <a:rPr lang="ru-RU" b="1" dirty="0"/>
              <a:t>Интерактивная задача:</a:t>
            </a:r>
            <a:r>
              <a:rPr lang="ru-RU" dirty="0"/>
              <a:t> "Построй сеть для офиса на 3 отдела"</a:t>
            </a:r>
          </a:p>
          <a:p>
            <a:r>
              <a:rPr lang="ru-RU" b="1" dirty="0"/>
              <a:t>Практика:</a:t>
            </a:r>
            <a:r>
              <a:rPr lang="ru-RU" dirty="0"/>
              <a:t> Пользователь расставляет устройства и настраивает их</a:t>
            </a:r>
          </a:p>
          <a:p>
            <a:r>
              <a:rPr lang="ru-RU" b="1" dirty="0"/>
              <a:t>Проверка:</a:t>
            </a:r>
            <a:r>
              <a:rPr lang="ru-RU" dirty="0"/>
              <a:t> Запуска симуляции </a:t>
            </a:r>
          </a:p>
          <a:p>
            <a:r>
              <a:rPr lang="ru-RU" b="1" dirty="0"/>
              <a:t>Обратная связь:</a:t>
            </a:r>
            <a:r>
              <a:rPr lang="ru-RU" dirty="0"/>
              <a:t> Если ошибка - показывается, где именно и почему</a:t>
            </a:r>
          </a:p>
        </p:txBody>
      </p:sp>
    </p:spTree>
    <p:extLst>
      <p:ext uri="{BB962C8B-B14F-4D97-AF65-F5344CB8AC3E}">
        <p14:creationId xmlns:p14="http://schemas.microsoft.com/office/powerpoint/2010/main" val="1776051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2CFF7-57F5-4627-9286-B5AD713E7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 Технологические фишки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35A863-FCF3-40D7-B42D-60E3A751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Визуальный сетевой конструктор</a:t>
            </a:r>
            <a:r>
              <a:rPr lang="ru-RU" dirty="0"/>
              <a:t> - интуитивный интерфейс сборки</a:t>
            </a:r>
          </a:p>
          <a:p>
            <a:r>
              <a:rPr lang="ru-RU" b="1" dirty="0"/>
              <a:t>Живая симуляция</a:t>
            </a:r>
            <a:r>
              <a:rPr lang="ru-RU" dirty="0"/>
              <a:t> - прохождения пакетов в реальном времени</a:t>
            </a:r>
          </a:p>
          <a:p>
            <a:r>
              <a:rPr lang="ru-RU" b="1" dirty="0"/>
              <a:t>Умная проверка решений</a:t>
            </a:r>
            <a:r>
              <a:rPr lang="ru-RU" dirty="0"/>
              <a:t> - алгоритмы анализа сетевой конфигурации</a:t>
            </a:r>
          </a:p>
          <a:p>
            <a:r>
              <a:rPr lang="ru-RU" b="1" dirty="0"/>
              <a:t>Контекстные подсказки</a:t>
            </a:r>
            <a:r>
              <a:rPr lang="ru-RU" dirty="0"/>
              <a:t> - помощь в момент затруднения</a:t>
            </a:r>
          </a:p>
          <a:p>
            <a:r>
              <a:rPr lang="ru-RU" b="1" dirty="0"/>
              <a:t>Система прогресса</a:t>
            </a:r>
            <a:r>
              <a:rPr lang="ru-RU" dirty="0"/>
              <a:t> - отслеживание успехов и рекомендации</a:t>
            </a:r>
          </a:p>
        </p:txBody>
      </p:sp>
    </p:spTree>
    <p:extLst>
      <p:ext uri="{BB962C8B-B14F-4D97-AF65-F5344CB8AC3E}">
        <p14:creationId xmlns:p14="http://schemas.microsoft.com/office/powerpoint/2010/main" val="3507229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7B2EE-6EC8-4EAA-B0B0-606F23F66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Конкуренты и 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067E95-B410-4CDE-AC46-0428373AA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Конкуренты:</a:t>
            </a:r>
            <a:endParaRPr lang="ru-RU" dirty="0"/>
          </a:p>
          <a:p>
            <a:pPr lvl="1"/>
            <a:r>
              <a:rPr lang="ru-RU" dirty="0" err="1"/>
              <a:t>Cisco</a:t>
            </a:r>
            <a:r>
              <a:rPr lang="ru-RU" dirty="0"/>
              <a:t> </a:t>
            </a:r>
            <a:r>
              <a:rPr lang="ru-RU" dirty="0" err="1"/>
              <a:t>Packet</a:t>
            </a:r>
            <a:r>
              <a:rPr lang="ru-RU" dirty="0"/>
              <a:t> </a:t>
            </a:r>
            <a:r>
              <a:rPr lang="ru-RU" dirty="0" err="1"/>
              <a:t>Tracer</a:t>
            </a:r>
            <a:r>
              <a:rPr lang="ru-RU" dirty="0"/>
              <a:t> - сложный, требует предварительных знаний, запрещено в </a:t>
            </a:r>
            <a:r>
              <a:rPr lang="ru-RU" dirty="0" err="1"/>
              <a:t>рф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Теоретические курсы на </a:t>
            </a:r>
            <a:r>
              <a:rPr lang="ru-RU" dirty="0" err="1"/>
              <a:t>Coursera</a:t>
            </a:r>
            <a:r>
              <a:rPr lang="ru-RU" dirty="0"/>
              <a:t>/</a:t>
            </a:r>
            <a:r>
              <a:rPr lang="ru-RU" dirty="0" err="1"/>
              <a:t>Stepik</a:t>
            </a:r>
            <a:r>
              <a:rPr lang="ru-RU" dirty="0"/>
              <a:t> - мало практики</a:t>
            </a:r>
          </a:p>
          <a:p>
            <a:pPr lvl="1"/>
            <a:r>
              <a:rPr lang="ru-RU" dirty="0"/>
              <a:t>Книги и учебники - нет интерактивности</a:t>
            </a:r>
          </a:p>
          <a:p>
            <a:r>
              <a:rPr lang="ru-RU" b="1" dirty="0"/>
              <a:t>Наше преимущество:</a:t>
            </a:r>
            <a:endParaRPr lang="ru-RU" dirty="0"/>
          </a:p>
          <a:p>
            <a:pPr lvl="1"/>
            <a:r>
              <a:rPr lang="ru-RU" b="1" dirty="0"/>
              <a:t>Мобильность</a:t>
            </a:r>
            <a:r>
              <a:rPr lang="ru-RU" dirty="0"/>
              <a:t> - учись в любом месте</a:t>
            </a:r>
          </a:p>
          <a:p>
            <a:pPr lvl="1"/>
            <a:r>
              <a:rPr lang="ru-RU" b="1" dirty="0"/>
              <a:t>Интуитивный интерфейс</a:t>
            </a:r>
            <a:r>
              <a:rPr lang="ru-RU" dirty="0"/>
              <a:t> - без сложных настроек</a:t>
            </a:r>
          </a:p>
          <a:p>
            <a:pPr lvl="1"/>
            <a:r>
              <a:rPr lang="ru-RU" b="1" dirty="0"/>
              <a:t>Практический подход</a:t>
            </a:r>
            <a:r>
              <a:rPr lang="ru-RU" dirty="0"/>
              <a:t> - "сделай сам и сразу увидишь результат"</a:t>
            </a:r>
          </a:p>
        </p:txBody>
      </p:sp>
    </p:spTree>
    <p:extLst>
      <p:ext uri="{BB962C8B-B14F-4D97-AF65-F5344CB8AC3E}">
        <p14:creationId xmlns:p14="http://schemas.microsoft.com/office/powerpoint/2010/main" val="2086410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6063D-9CD0-4312-B58C-BB9ED610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работает приложение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962ED0-6CA3-4DBA-A84D-1FE9A429B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Старт</a:t>
            </a:r>
            <a:r>
              <a:rPr lang="ru-RU" dirty="0"/>
              <a:t>: пользователь выбирает режим — войти, зарегистрироваться или остаться гостем.</a:t>
            </a:r>
          </a:p>
          <a:p>
            <a:r>
              <a:rPr lang="ru-RU" b="1" dirty="0"/>
              <a:t>Обучение</a:t>
            </a:r>
            <a:r>
              <a:rPr lang="ru-RU" dirty="0"/>
              <a:t>: переходит в раздел курса, выбирает модуль, просматривает уроки и выполняет практические задания.</a:t>
            </a:r>
          </a:p>
          <a:p>
            <a:r>
              <a:rPr lang="ru-RU" b="1" dirty="0"/>
              <a:t>Симуляция сети</a:t>
            </a:r>
            <a:r>
              <a:rPr lang="ru-RU" dirty="0"/>
              <a:t>: в задании или песочнице пользователь собирает топологию (ПК, роутеры, свитчи и т.п.), настраивает соединения и запускает симуляцию.</a:t>
            </a:r>
          </a:p>
          <a:p>
            <a:r>
              <a:rPr lang="ru-RU" b="1" dirty="0"/>
              <a:t>Проверка знаний</a:t>
            </a:r>
            <a:r>
              <a:rPr lang="ru-RU" dirty="0"/>
              <a:t>: валидатор сравнивает собранную сеть с условиями задачи и начисляет баллы.</a:t>
            </a:r>
          </a:p>
          <a:p>
            <a:r>
              <a:rPr lang="ru-RU" b="1" dirty="0"/>
              <a:t>Прогресс и профиль</a:t>
            </a:r>
            <a:r>
              <a:rPr lang="ru-RU" dirty="0"/>
              <a:t>: за прохождение заданий пользователь получает XP, повышает уровень и открывает достижения.</a:t>
            </a:r>
          </a:p>
          <a:p>
            <a:r>
              <a:rPr lang="ru-RU" b="1" dirty="0"/>
              <a:t>Роли</a:t>
            </a:r>
            <a:r>
              <a:rPr lang="ru-RU" dirty="0"/>
              <a:t>: обычный пользователь учится по курсу, администратор через отдельный экран добавляет и редактирует практические задания.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128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41FC6-3796-42CA-9458-1BDA89FDF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28C191-5CDA-445B-944F-E896B685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442092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Курс по сетям</a:t>
            </a:r>
            <a:r>
              <a:rPr lang="ru-RU" dirty="0"/>
              <a:t> — модули, уроки и практические задачи с пошаговым прогрессом.</a:t>
            </a:r>
          </a:p>
          <a:p>
            <a:r>
              <a:rPr lang="ru-RU" b="1" dirty="0"/>
              <a:t>Сетевой симулятор</a:t>
            </a:r>
            <a:r>
              <a:rPr lang="ru-RU" dirty="0"/>
              <a:t> — визуальное построение топологий, соединение устройств, запуск </a:t>
            </a:r>
            <a:r>
              <a:rPr lang="ru-RU" dirty="0" err="1"/>
              <a:t>ping</a:t>
            </a:r>
            <a:r>
              <a:rPr lang="ru-RU" dirty="0"/>
              <a:t> и других событий.</a:t>
            </a:r>
          </a:p>
          <a:p>
            <a:r>
              <a:rPr lang="ru-RU" b="1" dirty="0"/>
              <a:t>Песочница</a:t>
            </a:r>
            <a:r>
              <a:rPr lang="ru-RU" dirty="0"/>
              <a:t> — свободный режим для экспериментов с сетями и сохранением своих схем.</a:t>
            </a:r>
          </a:p>
          <a:p>
            <a:r>
              <a:rPr lang="ru-RU" b="1" dirty="0"/>
              <a:t>Система прогресса</a:t>
            </a:r>
            <a:r>
              <a:rPr lang="ru-RU" dirty="0"/>
              <a:t> — XP, уровни, счётчик выполненных заданий, достижения.</a:t>
            </a:r>
          </a:p>
          <a:p>
            <a:r>
              <a:rPr lang="ru-RU" b="1" dirty="0"/>
              <a:t>Профиль пользователя</a:t>
            </a:r>
            <a:r>
              <a:rPr lang="ru-RU" dirty="0"/>
              <a:t> — имя, почта, роль, текущий модуль, подробная статистика.</a:t>
            </a:r>
          </a:p>
          <a:p>
            <a:r>
              <a:rPr lang="ru-RU" b="1" dirty="0"/>
              <a:t>Авторизация и гостевой режим</a:t>
            </a:r>
            <a:r>
              <a:rPr lang="ru-RU" dirty="0"/>
              <a:t> — </a:t>
            </a:r>
            <a:r>
              <a:rPr lang="ru-RU" dirty="0" err="1"/>
              <a:t>Firebase</a:t>
            </a:r>
            <a:r>
              <a:rPr lang="ru-RU" dirty="0"/>
              <a:t> </a:t>
            </a:r>
            <a:r>
              <a:rPr lang="ru-RU" dirty="0" err="1"/>
              <a:t>Auth</a:t>
            </a:r>
            <a:r>
              <a:rPr lang="ru-RU" dirty="0"/>
              <a:t> (</a:t>
            </a:r>
            <a:r>
              <a:rPr lang="ru-RU" dirty="0" err="1"/>
              <a:t>email</a:t>
            </a:r>
            <a:r>
              <a:rPr lang="ru-RU" dirty="0"/>
              <a:t>/пароль) с возможностью переноса прогресса гостя в аккаунт.</a:t>
            </a:r>
          </a:p>
          <a:p>
            <a:r>
              <a:rPr lang="ru-RU" b="1" dirty="0"/>
              <a:t>Админ‑панель</a:t>
            </a:r>
            <a:r>
              <a:rPr lang="ru-RU" dirty="0"/>
              <a:t> — CRUD практических заданий (создание, редактирование, удаление задач).</a:t>
            </a:r>
          </a:p>
        </p:txBody>
      </p:sp>
    </p:spTree>
    <p:extLst>
      <p:ext uri="{BB962C8B-B14F-4D97-AF65-F5344CB8AC3E}">
        <p14:creationId xmlns:p14="http://schemas.microsoft.com/office/powerpoint/2010/main" val="3127036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ED2A5-EAD6-45D7-9494-838E6D3A7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Технологический стек и 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44B4A4-1B2B-432F-B756-33F2B3C65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460665"/>
            <a:ext cx="8763549" cy="539733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Мобильное приложение:</a:t>
            </a:r>
          </a:p>
          <a:p>
            <a:r>
              <a:rPr lang="ru-RU" dirty="0"/>
              <a:t>Язык </a:t>
            </a:r>
            <a:r>
              <a:rPr lang="en-US" dirty="0"/>
              <a:t>Kotlin, Android.</a:t>
            </a:r>
          </a:p>
          <a:p>
            <a:r>
              <a:rPr lang="ru-RU" dirty="0"/>
              <a:t>Архитектура </a:t>
            </a:r>
            <a:r>
              <a:rPr lang="en-US" dirty="0"/>
              <a:t>MVVM</a:t>
            </a:r>
            <a:r>
              <a:rPr lang="ru-RU" dirty="0"/>
              <a:t>.</a:t>
            </a:r>
          </a:p>
          <a:p>
            <a:r>
              <a:rPr lang="en-US" dirty="0"/>
              <a:t>UI </a:t>
            </a:r>
            <a:r>
              <a:rPr lang="ru-RU" dirty="0"/>
              <a:t>на фрагментах с </a:t>
            </a:r>
            <a:r>
              <a:rPr lang="en-US" dirty="0"/>
              <a:t>Navigation </a:t>
            </a:r>
            <a:r>
              <a:rPr lang="ru-RU" dirty="0"/>
              <a:t>и </a:t>
            </a:r>
            <a:r>
              <a:rPr lang="en-US" dirty="0" err="1"/>
              <a:t>ViewBinding</a:t>
            </a:r>
            <a:r>
              <a:rPr lang="en-US" dirty="0"/>
              <a:t>.</a:t>
            </a:r>
          </a:p>
          <a:p>
            <a:r>
              <a:rPr lang="ru-RU" dirty="0"/>
              <a:t>Данные и хранилища:</a:t>
            </a:r>
          </a:p>
          <a:p>
            <a:r>
              <a:rPr lang="ru-RU" dirty="0"/>
              <a:t>Локальная база </a:t>
            </a:r>
            <a:r>
              <a:rPr lang="en-US" dirty="0"/>
              <a:t>Room (</a:t>
            </a:r>
            <a:r>
              <a:rPr lang="ru-RU" dirty="0"/>
              <a:t>таблицы пользователей, прогресса, достижений, сохранённых топологий).</a:t>
            </a:r>
          </a:p>
          <a:p>
            <a:r>
              <a:rPr lang="en-US" dirty="0"/>
              <a:t>Firebase Auth </a:t>
            </a:r>
            <a:r>
              <a:rPr lang="ru-RU" dirty="0"/>
              <a:t>для регистрации и входа.</a:t>
            </a:r>
          </a:p>
          <a:p>
            <a:r>
              <a:rPr lang="en-US" dirty="0"/>
              <a:t>Cloud </a:t>
            </a:r>
            <a:r>
              <a:rPr lang="en-US" dirty="0" err="1"/>
              <a:t>Firestore</a:t>
            </a:r>
            <a:r>
              <a:rPr lang="en-US" dirty="0"/>
              <a:t> </a:t>
            </a:r>
            <a:r>
              <a:rPr lang="ru-RU" dirty="0"/>
              <a:t>для хранения профилей и прогресса в облаке с офлайн‑кэшем.</a:t>
            </a:r>
          </a:p>
          <a:p>
            <a:r>
              <a:rPr lang="ru-RU" dirty="0"/>
              <a:t>Бизнес‑логика:</a:t>
            </a:r>
          </a:p>
          <a:p>
            <a:r>
              <a:rPr lang="ru-RU" dirty="0"/>
              <a:t>Репозитории </a:t>
            </a:r>
            <a:r>
              <a:rPr lang="en-US" dirty="0" err="1"/>
              <a:t>CourseRepository</a:t>
            </a:r>
            <a:r>
              <a:rPr lang="en-US" dirty="0"/>
              <a:t>, </a:t>
            </a:r>
            <a:r>
              <a:rPr lang="en-US" dirty="0" err="1"/>
              <a:t>ProgressRepository</a:t>
            </a:r>
            <a:r>
              <a:rPr lang="en-US" dirty="0"/>
              <a:t>, </a:t>
            </a:r>
            <a:r>
              <a:rPr lang="en-US" dirty="0" err="1"/>
              <a:t>UserRepository</a:t>
            </a:r>
            <a:r>
              <a:rPr lang="en-US" dirty="0"/>
              <a:t>, </a:t>
            </a:r>
            <a:r>
              <a:rPr lang="en-US" dirty="0" err="1"/>
              <a:t>TopologyRepository</a:t>
            </a:r>
            <a:r>
              <a:rPr lang="en-US" dirty="0"/>
              <a:t>, </a:t>
            </a:r>
            <a:r>
              <a:rPr lang="en-US" dirty="0" err="1"/>
              <a:t>AuthRepository</a:t>
            </a:r>
            <a:r>
              <a:rPr lang="en-US" dirty="0"/>
              <a:t>, </a:t>
            </a:r>
            <a:r>
              <a:rPr lang="en-US" dirty="0" err="1"/>
              <a:t>AdminRepository</a:t>
            </a:r>
            <a:r>
              <a:rPr lang="en-US" dirty="0"/>
              <a:t>.</a:t>
            </a:r>
          </a:p>
          <a:p>
            <a:r>
              <a:rPr lang="ru-RU" dirty="0"/>
              <a:t>Модуль симуляции </a:t>
            </a:r>
            <a:r>
              <a:rPr lang="en-US" dirty="0" err="1"/>
              <a:t>NetworkSimulator</a:t>
            </a:r>
            <a:r>
              <a:rPr lang="en-US" dirty="0"/>
              <a:t> </a:t>
            </a:r>
            <a:r>
              <a:rPr lang="ru-RU" dirty="0"/>
              <a:t>и проверка решений через </a:t>
            </a:r>
            <a:r>
              <a:rPr lang="en-US" dirty="0" err="1"/>
              <a:t>TopologyValidator</a:t>
            </a:r>
            <a:r>
              <a:rPr lang="en-US" dirty="0"/>
              <a:t>.</a:t>
            </a:r>
          </a:p>
          <a:p>
            <a:r>
              <a:rPr lang="ru-RU" dirty="0"/>
              <a:t>Обмен данными:</a:t>
            </a:r>
          </a:p>
          <a:p>
            <a:r>
              <a:rPr lang="ru-RU" dirty="0"/>
              <a:t>Прогресс и профиль синхронизируются между </a:t>
            </a:r>
            <a:r>
              <a:rPr lang="en-US" dirty="0"/>
              <a:t>Room </a:t>
            </a:r>
            <a:r>
              <a:rPr lang="ru-RU" dirty="0"/>
              <a:t>и </a:t>
            </a:r>
            <a:r>
              <a:rPr lang="en-US" dirty="0" err="1"/>
              <a:t>Firestore</a:t>
            </a:r>
            <a:r>
              <a:rPr lang="en-US" dirty="0"/>
              <a:t>.</a:t>
            </a:r>
          </a:p>
          <a:p>
            <a:r>
              <a:rPr lang="ru-RU" dirty="0"/>
              <a:t>При переносе гостевого аккаунта данные выгружаются в облако и кэшируются локально.</a:t>
            </a:r>
          </a:p>
        </p:txBody>
      </p:sp>
    </p:spTree>
    <p:extLst>
      <p:ext uri="{BB962C8B-B14F-4D97-AF65-F5344CB8AC3E}">
        <p14:creationId xmlns:p14="http://schemas.microsoft.com/office/powerpoint/2010/main" val="17269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5FAD72-E552-4C51-B86B-41A086DB3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087" y="0"/>
            <a:ext cx="8596668" cy="1320800"/>
          </a:xfrm>
        </p:spPr>
        <p:txBody>
          <a:bodyPr/>
          <a:lstStyle/>
          <a:p>
            <a:r>
              <a:rPr lang="ru-RU" dirty="0"/>
              <a:t>Основные экраны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A3AD60-ED1F-4A8B-98B1-F59801635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FD1522F-6EE7-4BA5-812F-D9B926796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94" y="565397"/>
            <a:ext cx="3336002" cy="629260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4BB04D9-C206-41EB-A166-1DBC9734D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103" y="565397"/>
            <a:ext cx="3062625" cy="622759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132D4B-74B4-47A1-916A-56B2DB5DE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490" y="0"/>
            <a:ext cx="31199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071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05B4D-1827-40FD-9DF6-DC722BF2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456" y="0"/>
            <a:ext cx="8596668" cy="1320800"/>
          </a:xfrm>
        </p:spPr>
        <p:txBody>
          <a:bodyPr/>
          <a:lstStyle/>
          <a:p>
            <a:r>
              <a:rPr lang="ru-RU" dirty="0"/>
              <a:t>Основные экраны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D5F1B0-7C71-4ECB-8E67-8CA3B4C44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5EA9B1-BAEE-416C-8703-5CCCB3298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425" y="486887"/>
            <a:ext cx="2971884" cy="637111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76F3EF-B2BD-4A31-A966-0DE416246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948" y="0"/>
            <a:ext cx="3277590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1046D5-AE61-4011-AE3E-76BD63715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7" y="527794"/>
            <a:ext cx="3106739" cy="628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83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B5B2C-D6D7-43AE-A7A3-9E29DC2A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/>
              <a:t>Основные экраны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FF4525-D9C6-41CB-AA79-38252466C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7DABBF-E8D1-4F95-9A4E-FE1A9BE82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833" y="197262"/>
            <a:ext cx="3383963" cy="66251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815240C-1C13-40EE-B0F3-281F3AD4D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8087" y="0"/>
            <a:ext cx="3383963" cy="687251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B2EA230-0069-4CE8-A0EC-C75C1E2241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7" y="489891"/>
            <a:ext cx="3063145" cy="603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257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7755E-D2BE-4589-B296-72466CE3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/>
              <a:t>Основные экраны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CC7F38-6619-4199-914A-2E4F1033D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400"/>
            <a:ext cx="3265714" cy="61976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13C381-31A9-4601-BF1D-8D2F4271E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14" y="660400"/>
            <a:ext cx="3023810" cy="609072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D849AA-7363-49B5-B924-97598DDFC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049" y="0"/>
            <a:ext cx="3069483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16AF91A-65C6-48EC-B74F-22E718505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859" y="0"/>
            <a:ext cx="2857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963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0A7B8-1757-4EA8-BB75-E56D88274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и 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CCC89A-599D-4DBA-ABE4-3932F2AC4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Реализована платформа для практики компьютерных сетей, которая сочетает курс, симулятор и систему геймификации.</a:t>
            </a:r>
          </a:p>
          <a:p>
            <a:r>
              <a:rPr lang="ru-RU" dirty="0"/>
              <a:t>Приложение поддерживает полный цикл: от гостевого входа или регистрации до прохождения модулей, выполнения задач и анализа прогресса.</a:t>
            </a:r>
          </a:p>
          <a:p>
            <a:r>
              <a:rPr lang="ru-RU" dirty="0"/>
              <a:t>Использование </a:t>
            </a:r>
            <a:r>
              <a:rPr lang="ru-RU" dirty="0" err="1"/>
              <a:t>Room</a:t>
            </a:r>
            <a:r>
              <a:rPr lang="ru-RU" dirty="0"/>
              <a:t> + </a:t>
            </a:r>
            <a:r>
              <a:rPr lang="ru-RU" dirty="0" err="1"/>
              <a:t>Firebase</a:t>
            </a:r>
            <a:r>
              <a:rPr lang="ru-RU" dirty="0"/>
              <a:t> обеспечивает работу офлайн и безопасное хранение данных в облаке.</a:t>
            </a:r>
          </a:p>
          <a:p>
            <a:r>
              <a:rPr lang="ru-RU" dirty="0"/>
              <a:t>Архитектура MVVM с чётким разделением слоёв позволяет дальше развивать проект: добавлять новые курсы и задания, расширять типы устройств и протоколов, вводить аналитику для преподавателей и улучшать интерфейс под реальные образовательные сценарии.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6336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Оранжевый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</TotalTime>
  <Words>700</Words>
  <Application>Microsoft Office PowerPoint</Application>
  <PresentationFormat>Широкоэкранный</PresentationFormat>
  <Paragraphs>76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Аспект</vt:lpstr>
      <vt:lpstr>Network Base</vt:lpstr>
      <vt:lpstr>Проблема</vt:lpstr>
      <vt:lpstr>Цель</vt:lpstr>
      <vt:lpstr>Задачи</vt:lpstr>
      <vt:lpstr> Как работает обучение</vt:lpstr>
      <vt:lpstr> Технологические фишки</vt:lpstr>
      <vt:lpstr> Конкуренты и преимущества</vt:lpstr>
      <vt:lpstr>Как работает приложение</vt:lpstr>
      <vt:lpstr>Основные функции</vt:lpstr>
      <vt:lpstr>Технологический стек и архитектура</vt:lpstr>
      <vt:lpstr>Основные экраны</vt:lpstr>
      <vt:lpstr>Основные экраны</vt:lpstr>
      <vt:lpstr>Основные экраны</vt:lpstr>
      <vt:lpstr>Основные экраны</vt:lpstr>
      <vt:lpstr>Вывод и перспективы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Умный анализатор персональных расходов с прогнозированием</dc:title>
  <dc:creator>Александр Кулаков</dc:creator>
  <cp:lastModifiedBy>Александр Кулаков</cp:lastModifiedBy>
  <cp:revision>17</cp:revision>
  <dcterms:created xsi:type="dcterms:W3CDTF">2025-09-11T05:02:42Z</dcterms:created>
  <dcterms:modified xsi:type="dcterms:W3CDTF">2025-12-19T08:53:07Z</dcterms:modified>
</cp:coreProperties>
</file>